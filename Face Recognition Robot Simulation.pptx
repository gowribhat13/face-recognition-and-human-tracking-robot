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2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Corbel" panose="020B0503020204020204" pitchFamily="34" charset="0"/>
      <p:regular r:id="rId17"/>
      <p:bold r:id="rId18"/>
      <p:italic r:id="rId19"/>
      <p:boldItalic r:id="rId20"/>
    </p:embeddedFon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390201-3D46-4723-8A10-E883F4B8B739}">
  <a:tblStyle styleId="{CC390201-3D46-4723-8A10-E883F4B8B73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47073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6913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1646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5205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3249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24192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76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8778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273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44546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25147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6934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14429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1160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4504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42607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69954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AAD347D-5ACD-4C99-B74B-A9C85AD731AF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/>
        </p:nvSpPr>
        <p:spPr>
          <a:xfrm>
            <a:off x="295275" y="1771650"/>
            <a:ext cx="11601450" cy="180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Face Recognition and Human Tracking Robot</a:t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571500" y="37719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Simulation Project using Python, OpenCV, and Computer Vision</a:t>
            </a:r>
            <a:endParaRPr/>
          </a:p>
        </p:txBody>
      </p:sp>
      <p:sp>
        <p:nvSpPr>
          <p:cNvPr id="69" name="Google Shape;69;p13"/>
          <p:cNvSpPr txBox="1"/>
          <p:nvPr/>
        </p:nvSpPr>
        <p:spPr>
          <a:xfrm>
            <a:off x="571500" y="4400550"/>
            <a:ext cx="1104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Internship: AENEXZ Internship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Team Members</a:t>
            </a:r>
            <a:r>
              <a:rPr lang="en-US" sz="13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35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Anup Pattnaik</a:t>
            </a:r>
            <a:endParaRPr sz="135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Gowri Bhat</a:t>
            </a:r>
            <a:endParaRPr sz="135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Momina</a:t>
            </a:r>
            <a:endParaRPr sz="135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/>
        </p:nvSpPr>
        <p:spPr>
          <a:xfrm>
            <a:off x="2050707" y="190500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 simulate a robot that detects and tracks human faces using computer vision.</a:t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2050707" y="238125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robot makes real-time decisions like Turn Left, Turn Right, or Move Forward based on the person’s position.</a:t>
            </a:r>
            <a:endParaRPr dirty="0"/>
          </a:p>
        </p:txBody>
      </p:sp>
      <p:sp>
        <p:nvSpPr>
          <p:cNvPr id="77" name="Google Shape;77;p14"/>
          <p:cNvSpPr txBox="1"/>
          <p:nvPr/>
        </p:nvSpPr>
        <p:spPr>
          <a:xfrm>
            <a:off x="2050707" y="314325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Demonstrates the integration of Artificial Intelligence and Robotics without using physical hardware.</a:t>
            </a:r>
            <a:endParaRPr dirty="0"/>
          </a:p>
        </p:txBody>
      </p:sp>
      <p:pic>
        <p:nvPicPr>
          <p:cNvPr id="78" name="Google Shape;7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9707" y="19526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9707" y="242887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69707" y="319087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 txBox="1"/>
          <p:nvPr/>
        </p:nvSpPr>
        <p:spPr>
          <a:xfrm>
            <a:off x="1565188" y="571500"/>
            <a:ext cx="1060776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Project Objective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52700"/>
            <a:ext cx="5286375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52700"/>
            <a:ext cx="5286375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/>
          <p:nvPr/>
        </p:nvSpPr>
        <p:spPr>
          <a:xfrm>
            <a:off x="962025" y="29432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Working Flow</a:t>
            </a:r>
            <a:endParaRPr/>
          </a:p>
        </p:txBody>
      </p:sp>
      <p:sp>
        <p:nvSpPr>
          <p:cNvPr id="90" name="Google Shape;90;p15"/>
          <p:cNvSpPr txBox="1"/>
          <p:nvPr/>
        </p:nvSpPr>
        <p:spPr>
          <a:xfrm>
            <a:off x="962025" y="353377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Camera → Face Detection → Face Recognition → Tracking Logic → Movement Decision → Display Output</a:t>
            </a:r>
            <a:endParaRPr/>
          </a:p>
        </p:txBody>
      </p:sp>
      <p:sp>
        <p:nvSpPr>
          <p:cNvPr id="91" name="Google Shape;91;p15"/>
          <p:cNvSpPr txBox="1"/>
          <p:nvPr/>
        </p:nvSpPr>
        <p:spPr>
          <a:xfrm>
            <a:off x="6724650" y="29432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Explanation</a:t>
            </a:r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6724650" y="3533775"/>
            <a:ext cx="45053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camera captures live video frames. The system detects human faces. Recognized faces are compared with known encodings. The tracking logic calculates position and decides direction.</a:t>
            </a:r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System Overview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16"/>
          <p:cNvGraphicFramePr/>
          <p:nvPr/>
        </p:nvGraphicFramePr>
        <p:xfrm>
          <a:off x="571500" y="2633662"/>
          <a:ext cx="11049000" cy="2543200"/>
        </p:xfrm>
        <a:graphic>
          <a:graphicData uri="http://schemas.openxmlformats.org/drawingml/2006/table">
            <a:tbl>
              <a:tblPr firstRow="1" bandRow="1">
                <a:noFill/>
                <a:tableStyleId>{CC390201-3D46-4723-8A10-E883F4B8B739}</a:tableStyleId>
              </a:tblPr>
              <a:tblGrid>
                <a:gridCol w="158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Member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Module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Role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Anup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Face Recognition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Detect and identify faces using face_recognition library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Gowri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Tracking Logic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Decide robot’s direction (Left/Right/Forward) using OpenCV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</a:t>
                      </a:r>
                      <a:r>
                        <a:rPr lang="en-US" sz="150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omina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Integration &amp; Report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Combine both modules, test simulation, and prepare final report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0" name="Google Shape;100;p16"/>
          <p:cNvSpPr/>
          <p:nvPr/>
        </p:nvSpPr>
        <p:spPr>
          <a:xfrm>
            <a:off x="571500" y="3257550"/>
            <a:ext cx="15815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2153096" y="3257550"/>
            <a:ext cx="2609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4762351" y="3257550"/>
            <a:ext cx="68581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571500" y="3895725"/>
            <a:ext cx="15815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2153096" y="3895725"/>
            <a:ext cx="2609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4762351" y="3895725"/>
            <a:ext cx="68581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571500" y="4533900"/>
            <a:ext cx="15815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2153096" y="4533900"/>
            <a:ext cx="26092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4762351" y="4533900"/>
            <a:ext cx="68581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1584754" y="357316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Team Responsibilities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95500"/>
            <a:ext cx="3429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095500"/>
            <a:ext cx="3429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095500"/>
            <a:ext cx="3429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795813" y="3105150"/>
            <a:ext cx="2980372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Language &amp; Libraries</a:t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1252537" y="4219575"/>
            <a:ext cx="20669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Python 3.8+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OpenCV (video capture)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face_recognition (detection)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NumPy (processing)</a:t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5150881" y="3105150"/>
            <a:ext cx="189023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Environment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5043487" y="3819525"/>
            <a:ext cx="21051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VS Code 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9250918" y="3105150"/>
            <a:ext cx="131016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Platform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9301162" y="3819525"/>
            <a:ext cx="12096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Input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Laptop Webcam</a:t>
            </a:r>
            <a:endParaRPr/>
          </a:p>
        </p:txBody>
      </p:sp>
      <p:pic>
        <p:nvPicPr>
          <p:cNvPr id="124" name="Google Shape;12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5975" y="24098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40982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77400" y="24098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Tools &amp; Libraries Used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1700" y="1438800"/>
            <a:ext cx="5286375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 txBox="1"/>
          <p:nvPr/>
        </p:nvSpPr>
        <p:spPr>
          <a:xfrm>
            <a:off x="552225" y="1829325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Goal &amp; Process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552225" y="2419875"/>
            <a:ext cx="45054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Detect and identify human faces in real-time using the webcam.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6567950" y="1438800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OUTPUT:</a:t>
            </a:r>
            <a:endParaRPr sz="2100" b="1">
              <a:solidFill>
                <a:srgbClr val="4F46E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590325" y="3181875"/>
            <a:ext cx="15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742725" y="3181875"/>
            <a:ext cx="4314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Capture live frames from webcam.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590325" y="3467625"/>
            <a:ext cx="15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742725" y="3467625"/>
            <a:ext cx="4314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 face_recognition to detect and encode faces.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590325" y="3753375"/>
            <a:ext cx="15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742725" y="3753375"/>
            <a:ext cx="4314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Match detected faces with stored known faces.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590325" y="4039125"/>
            <a:ext cx="15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742725" y="4039125"/>
            <a:ext cx="4314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Label recognized faces with names on screen.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Module 1: Face Recognition</a:t>
            </a:r>
            <a:endParaRPr/>
          </a:p>
        </p:txBody>
      </p:sp>
      <p:pic>
        <p:nvPicPr>
          <p:cNvPr id="146" name="Google Shape;14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7950" y="1885650"/>
            <a:ext cx="3459225" cy="2823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08100" y="5001575"/>
            <a:ext cx="6683900" cy="160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4575"/>
            <a:ext cx="5286375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962025" y="27051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Goal &amp; Concept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962025" y="3295650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Decide the robot’s direction based on the horizontal position of the detected face.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962025" y="4057650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If face is to the left → Turn Left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If face is to the right → Turn Right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If face is in the center → Move Forward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6049700" y="1991475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Output:</a:t>
            </a:r>
            <a:endParaRPr sz="2100" b="1">
              <a:solidFill>
                <a:srgbClr val="4F46E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Module 2: Tracking Simulation</a:t>
            </a:r>
            <a:endParaRPr/>
          </a:p>
        </p:txBody>
      </p:sp>
      <p:pic>
        <p:nvPicPr>
          <p:cNvPr id="159" name="Google Shape;15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7652" y="2406100"/>
            <a:ext cx="6010825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/>
        </p:nvSpPr>
        <p:spPr>
          <a:xfrm>
            <a:off x="1961942" y="694242"/>
            <a:ext cx="819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Combine both modules (Face Recognition + Tracking Logic) into one integrated simulation.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1961942" y="1082803"/>
            <a:ext cx="819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Working: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Webcam captures live frames.</a:t>
            </a:r>
            <a:endParaRPr dirty="0"/>
          </a:p>
        </p:txBody>
      </p:sp>
      <p:sp>
        <p:nvSpPr>
          <p:cNvPr id="166" name="Google Shape;166;p20"/>
          <p:cNvSpPr txBox="1"/>
          <p:nvPr/>
        </p:nvSpPr>
        <p:spPr>
          <a:xfrm>
            <a:off x="1961942" y="1471365"/>
            <a:ext cx="819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Face is detected and recognized.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1961942" y="1859926"/>
            <a:ext cx="819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Robot logic decides direction and displays it on screen.</a:t>
            </a:r>
            <a:endParaRPr/>
          </a:p>
        </p:txBody>
      </p:sp>
      <p:pic>
        <p:nvPicPr>
          <p:cNvPr id="168" name="Google Shape;16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0942" y="733098"/>
            <a:ext cx="228600" cy="186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0942" y="1121660"/>
            <a:ext cx="285750" cy="186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0942" y="1510221"/>
            <a:ext cx="285750" cy="186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80942" y="1898783"/>
            <a:ext cx="285750" cy="18650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2511818" y="7498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Module 3: Integration &amp; Final Output</a:t>
            </a:r>
            <a:endParaRPr dirty="0"/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94510" y="2749079"/>
            <a:ext cx="6680049" cy="390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2951269" y="2327725"/>
            <a:ext cx="25071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Output:</a:t>
            </a:r>
            <a:endParaRPr sz="23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/>
        </p:nvSpPr>
        <p:spPr>
          <a:xfrm>
            <a:off x="1909547" y="184322"/>
            <a:ext cx="492622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Working Flowchart </a:t>
            </a:r>
            <a:endParaRPr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B793679A-1187-D8C3-024D-6E22E05A0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2661" y="563435"/>
            <a:ext cx="5537458" cy="626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2190750" y="247650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Set up Python environment.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2190750" y="295275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Implement face detection using OpenCV.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2190750" y="342900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Train and store known faces.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2190750" y="390525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Write tracking logic for direction decision.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2190750" y="438150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Integrate both modules.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2190750" y="485775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Record demo video for results.</a:t>
            </a:r>
            <a:endParaRPr/>
          </a:p>
        </p:txBody>
      </p:sp>
      <p:pic>
        <p:nvPicPr>
          <p:cNvPr id="212" name="Google Shape;21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5241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0003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4766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9528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44291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49053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Implementation Steps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4087"/>
            <a:ext cx="3429000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224087"/>
            <a:ext cx="3429000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224087"/>
            <a:ext cx="3429000" cy="33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1025842" y="3233737"/>
            <a:ext cx="252031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Face Recognition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866775" y="39481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Successfully detected and identified known faces in real-time from the webcam feed.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4605813" y="3233737"/>
            <a:ext cx="2980372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Tracking Simulation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4676775" y="434816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Accurately decided 'Turn Left', 'Turn Right', or 'Move Forward' based on face's X-coordinate.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8680846" y="3233737"/>
            <a:ext cx="245030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Final Integration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8486775" y="39481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Both modules were successfully combined into a single, responsive simulation application.</a:t>
            </a:r>
            <a:endParaRPr/>
          </a:p>
        </p:txBody>
      </p:sp>
      <p:pic>
        <p:nvPicPr>
          <p:cNvPr id="233" name="Google Shape;233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00250" y="253841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53841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0250" y="253841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Module Highlights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 txBox="1"/>
          <p:nvPr/>
        </p:nvSpPr>
        <p:spPr>
          <a:xfrm>
            <a:off x="2190750" y="2293723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Successfully simulated a real-time human-tracking robot using only software.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2190750" y="2769973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system detects and tracks faces instantly.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2190750" y="3246223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Smooth and accurate decision-making logic.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2190750" y="3722473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Collaboration between team members ensured clear division of modules.</a:t>
            </a:r>
            <a:endParaRPr/>
          </a:p>
        </p:txBody>
      </p:sp>
      <p:pic>
        <p:nvPicPr>
          <p:cNvPr id="246" name="Google Shape;24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234134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281759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329384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37700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 txBox="1"/>
          <p:nvPr/>
        </p:nvSpPr>
        <p:spPr>
          <a:xfrm>
            <a:off x="1809750" y="571500"/>
            <a:ext cx="10363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Results and Observations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5"/>
          <p:cNvSpPr txBox="1"/>
          <p:nvPr/>
        </p:nvSpPr>
        <p:spPr>
          <a:xfrm>
            <a:off x="1960091" y="2120728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Integrate the simulation with Raspberry Pi and DC motors for real movement.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1960091" y="2596978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Add ultrasonic sensors for obstacle detection.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1960091" y="3073228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Add emotion recognition and voice response for interaction.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1960091" y="3549478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Develop a mobile app to control and monitor the robot remotely.</a:t>
            </a:r>
            <a:endParaRPr/>
          </a:p>
        </p:txBody>
      </p:sp>
      <p:pic>
        <p:nvPicPr>
          <p:cNvPr id="260" name="Google Shape;26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79091" y="2177878"/>
            <a:ext cx="1809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79091" y="265412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79091" y="3130378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79091" y="3606628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1809750" y="571500"/>
            <a:ext cx="10363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Future Scope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/>
          <p:nvPr/>
        </p:nvSpPr>
        <p:spPr>
          <a:xfrm>
            <a:off x="2090737" y="1798302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project demonstrates how AI and robotics can be integrated to build intelligent systems.</a:t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2090737" y="2274552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Achieved complete real-time face detection, recognition, and tracking simulation.</a:t>
            </a:r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2090737" y="2750802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same code can be easily adapted for real robots.</a:t>
            </a:r>
            <a:endParaRPr/>
          </a:p>
        </p:txBody>
      </p:sp>
      <p:pic>
        <p:nvPicPr>
          <p:cNvPr id="273" name="Google Shape;27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9737" y="184592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9737" y="232217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9737" y="2798427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/>
          <p:nvPr/>
        </p:nvSpPr>
        <p:spPr>
          <a:xfrm>
            <a:off x="1809750" y="637403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19</TotalTime>
  <Words>599</Words>
  <Application>Microsoft Office PowerPoint</Application>
  <PresentationFormat>Widescreen</PresentationFormat>
  <Paragraphs>87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Arial</vt:lpstr>
      <vt:lpstr>Lato</vt:lpstr>
      <vt:lpstr>Poppins</vt:lpstr>
      <vt:lpstr>Corbel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Gowri Bhat</cp:lastModifiedBy>
  <cp:revision>5</cp:revision>
  <dcterms:modified xsi:type="dcterms:W3CDTF">2025-11-03T16:05:46Z</dcterms:modified>
</cp:coreProperties>
</file>